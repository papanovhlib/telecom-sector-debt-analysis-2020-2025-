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98" d="100"/>
          <a:sy n="98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66C8257D-4394-4B68-BAE8-14FF771F5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9498"/>
            <a:ext cx="9144000" cy="3999004"/>
          </a:xfrm>
        </p:spPr>
        <p:txBody>
          <a:bodyPr>
            <a:normAutofit fontScale="90000"/>
          </a:bodyPr>
          <a:lstStyle/>
          <a:p>
            <a:r>
              <a:rPr lang="en-GB" dirty="0"/>
              <a:t>Here I present the main results of my analysis. For a more detailed view </a:t>
            </a:r>
            <a:br>
              <a:rPr lang="en-GB" dirty="0"/>
            </a:br>
            <a:r>
              <a:rPr lang="en-GB" dirty="0"/>
              <a:t>of my work, please visit the Tableau dashboards. Thank you.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_1_Companies_Balance_Sheet_Overview">
            <a:extLst>
              <a:ext uri="{FF2B5EF4-FFF2-40B4-BE49-F238E27FC236}">
                <a16:creationId xmlns:a16="http://schemas.microsoft.com/office/drawing/2014/main" id="{434F4A79-118E-4133-BA37-05754128E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Dashboard 2_Map_of_the_Companies">
            <a:extLst>
              <a:ext uri="{FF2B5EF4-FFF2-40B4-BE49-F238E27FC236}">
                <a16:creationId xmlns:a16="http://schemas.microsoft.com/office/drawing/2014/main" id="{2053D763-58B3-4325-B73B-C959E5E50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ashboard_3_Debt_Overview">
            <a:extLst>
              <a:ext uri="{FF2B5EF4-FFF2-40B4-BE49-F238E27FC236}">
                <a16:creationId xmlns:a16="http://schemas.microsoft.com/office/drawing/2014/main" id="{EC422716-99C1-4368-BD3B-F3F127ACA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Dashboard_4.1_Debt_Ratios">
            <a:extLst>
              <a:ext uri="{FF2B5EF4-FFF2-40B4-BE49-F238E27FC236}">
                <a16:creationId xmlns:a16="http://schemas.microsoft.com/office/drawing/2014/main" id="{3D1DFEE5-A57D-4EDA-874F-BB1D7850E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Dashboard_4.2_Debt_Ratios">
            <a:extLst>
              <a:ext uri="{FF2B5EF4-FFF2-40B4-BE49-F238E27FC236}">
                <a16:creationId xmlns:a16="http://schemas.microsoft.com/office/drawing/2014/main" id="{35247951-C83D-4956-939C-2930E6500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Dashboard_5_WACD">
            <a:extLst>
              <a:ext uri="{FF2B5EF4-FFF2-40B4-BE49-F238E27FC236}">
                <a16:creationId xmlns:a16="http://schemas.microsoft.com/office/drawing/2014/main" id="{1F376E05-C13E-4C32-8211-20361848B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Dashboard_6_Risk_Matrix:Leverage_vs_InterestCoverage">
            <a:extLst>
              <a:ext uri="{FF2B5EF4-FFF2-40B4-BE49-F238E27FC236}">
                <a16:creationId xmlns:a16="http://schemas.microsoft.com/office/drawing/2014/main" id="{12E585CE-DA66-4864-986A-4D9A2C901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</Words>
  <Application>Microsoft Macintosh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Here I present the main results of my analysis. For a more detailed view  of my work, please visit the Tableau dashboards. Thank you.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Hlib Papanov</cp:lastModifiedBy>
  <cp:revision>2</cp:revision>
  <dcterms:created xsi:type="dcterms:W3CDTF">2026-09-01T08:25:26Z</dcterms:created>
  <dcterms:modified xsi:type="dcterms:W3CDTF">2026-09-01T08:28:25Z</dcterms:modified>
</cp:coreProperties>
</file>